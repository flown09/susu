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205" autoAdjust="0"/>
  </p:normalViewPr>
  <p:slideViewPr>
    <p:cSldViewPr snapToGrid="0">
      <p:cViewPr varScale="1">
        <p:scale>
          <a:sx n="90" d="100"/>
          <a:sy n="90" d="100"/>
        </p:scale>
        <p:origin x="12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A3333-F522-438B-8D7C-15C4A466EC65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89C38-6D3E-4E61-99C9-A418B845F1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058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На данном слайде представлена диаграмма классов анализа для системы мессенджера. Классы разделены на три типа по методологии RUP: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dirty="0"/>
              <a:t>Классы </a:t>
            </a:r>
            <a:r>
              <a:rPr lang="ru-RU" b="1" dirty="0"/>
              <a:t>границы</a:t>
            </a:r>
            <a:r>
              <a:rPr lang="ru-RU" dirty="0"/>
              <a:t> (&lt;&lt;</a:t>
            </a:r>
            <a:r>
              <a:rPr lang="ru-RU" dirty="0" err="1"/>
              <a:t>boundary</a:t>
            </a:r>
            <a:r>
              <a:rPr lang="ru-RU" dirty="0"/>
              <a:t>&gt;&gt;) — это интерфейсные элементы, через которые пользователь взаимодействует с системой.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dirty="0"/>
              <a:t>Классы </a:t>
            </a:r>
            <a:r>
              <a:rPr lang="ru-RU" b="1" dirty="0"/>
              <a:t>управления</a:t>
            </a:r>
            <a:r>
              <a:rPr lang="ru-RU" dirty="0"/>
              <a:t> (&lt;&lt;</a:t>
            </a:r>
            <a:r>
              <a:rPr lang="ru-RU" dirty="0" err="1"/>
              <a:t>control</a:t>
            </a:r>
            <a:r>
              <a:rPr lang="ru-RU" dirty="0"/>
              <a:t>&gt;&gt;) реализуют бизнес-логику, координируя работу между </a:t>
            </a:r>
            <a:r>
              <a:rPr lang="ru-RU" dirty="0" err="1"/>
              <a:t>boundary</a:t>
            </a:r>
            <a:r>
              <a:rPr lang="ru-RU" dirty="0"/>
              <a:t> и </a:t>
            </a:r>
            <a:r>
              <a:rPr lang="ru-RU" dirty="0" err="1"/>
              <a:t>entity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dirty="0"/>
              <a:t>Классы </a:t>
            </a:r>
            <a:r>
              <a:rPr lang="ru-RU" b="1" dirty="0"/>
              <a:t>сущностей</a:t>
            </a:r>
            <a:r>
              <a:rPr lang="ru-RU" dirty="0"/>
              <a:t> (&lt;&lt;</a:t>
            </a:r>
            <a:r>
              <a:rPr lang="ru-RU" dirty="0" err="1"/>
              <a:t>entity</a:t>
            </a:r>
            <a:r>
              <a:rPr lang="ru-RU" dirty="0"/>
              <a:t>&gt;&gt;) представляют данные, которые хранятся и обрабатываются в системе.</a:t>
            </a:r>
          </a:p>
          <a:p>
            <a:pPr>
              <a:buFont typeface="Arial" panose="020B0604020202020204" pitchFamily="34" charset="0"/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Связи между классами сопровождаются </a:t>
            </a:r>
            <a:r>
              <a:rPr lang="ru-RU" b="1" dirty="0"/>
              <a:t>кратностями</a:t>
            </a:r>
            <a:r>
              <a:rPr lang="ru-RU" dirty="0"/>
              <a:t>, обозначающими, сколько объектов может участвовать в отношении. Например: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dirty="0"/>
              <a:t>Один </a:t>
            </a:r>
            <a:r>
              <a:rPr lang="ru-RU" dirty="0" err="1"/>
              <a:t>ChatWindow</a:t>
            </a:r>
            <a:r>
              <a:rPr lang="ru-RU" dirty="0"/>
              <a:t> связан с одним </a:t>
            </a:r>
            <a:r>
              <a:rPr lang="ru-RU" dirty="0" err="1"/>
              <a:t>MessageController</a:t>
            </a:r>
            <a:r>
              <a:rPr lang="ru-RU" dirty="0"/>
              <a:t> и </a:t>
            </a:r>
            <a:r>
              <a:rPr lang="ru-RU" dirty="0" err="1"/>
              <a:t>GroupController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dirty="0"/>
              <a:t>Один Group может обрабатывать множество User и множество Message.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dirty="0" err="1"/>
              <a:t>ContactController</a:t>
            </a:r>
            <a:r>
              <a:rPr lang="ru-RU" dirty="0"/>
              <a:t> связан с одним или несколькими объектами Contact.</a:t>
            </a:r>
          </a:p>
          <a:p>
            <a:pPr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Эта структура поддерживает основные варианты использования системы: регистрацию, обмен сообщениями, создание чатов, управление контактами и отправку уведомлений о днях </a:t>
            </a:r>
            <a:r>
              <a:rPr lang="ru-RU"/>
              <a:t>рождения.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89C38-6D3E-4E61-99C9-A418B845F10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40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BB0D7-42F2-10C6-313C-529EC4327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157F454-C738-DB68-845F-0FFA47F81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A7D39A-EC17-9D1F-1D37-4A25FF8A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121F7B-B0D7-D5B5-25A0-C75CFFA6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00F12F-7263-6AC5-D515-E845EB2B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95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174FB-8FFF-F80F-EBB4-903FDE269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8A0629-B0C5-93DB-BED0-1A0741CE6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88E1E7-2993-E04E-4167-1D1B3C729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CA2D22-6367-B9D8-35E2-3FC912B8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50D6C8-168F-8AB7-72F7-D35960FAC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176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9C62B-E238-1663-2478-EE3A832F6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BED465-0C67-32EC-E8E7-9A0407FBC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9AA920-5FCD-81F8-C553-3ED0F690E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C80AD7-D16D-246B-053D-3424D4741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046B47-9618-113B-B87B-717127D68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871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A5604-72F3-706C-F67E-3EFC67501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AE197D-D25F-3D97-8F15-AA8C29187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FAD79C-6876-37F4-A0DD-8D5A903D7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DAFCEC-A43E-B5F3-EB46-0E5245AF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2B2C3B-D94A-74EB-AF72-49FCB07DB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C2925C-FE71-BECF-6981-D8DB4A63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3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6387E0-9608-A1EC-7503-DA8C4A179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305FE8-BC2C-620B-4C4B-DA9D07843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2EA82C-87F8-35FA-A65E-661D68A25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73ECD23-35B8-A31C-497B-286982CA5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F24B2D-C3D0-FF5A-57DA-5140FA2E17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1763D2-ED0C-C8C8-42D1-996599B97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4955737-ED4A-612C-D560-A836FAC5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152EE20-99C9-019B-C82D-A54A6685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193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626E7-9E6F-2881-733E-1E82D3B8A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1291CA1-3896-D325-1E24-783926B39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57D25A-7CA1-C805-1F86-893F1B0D1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3FEBC3-5DBC-2B79-E6F8-048DDA810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59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1652C6A-278B-FC8D-C10B-87D4A2B2A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9737AF8-16CA-A7E0-4802-848588FA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069DD8-0CF4-2917-2811-1BDF9C6DD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55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B8502-6C50-9696-A725-0054737BB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BCD679-E790-3489-0B9C-03564A2E7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8AC7C8-08EB-EEDD-3106-5D240E467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95415D-79C9-6000-2F44-D3CD4B76B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DEC097-1956-BCB2-1944-D54AB0168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0C8E08-3BC2-8DEA-34D2-A0DEE6AC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19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02E3C8-C3F0-86F8-02DD-0E3BAE1FE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9ECD0A-B856-A35A-F229-1A935312C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AAC549-42F8-1AEB-DC61-AA6F36F78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F2045E-F45C-7F32-3CBC-1998FB32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3E2FC1-3A57-9F1E-608D-8BD0D5409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A29EE2-A0F7-DFE6-C60D-BAC9423F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16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06FB0-7E97-8550-4C49-726D4638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7C85A8-D7D0-5625-BE94-B61505A59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523CA3-418F-1DAF-3A6B-CCAC13B7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723CFC-60B3-25BA-F198-15DBF969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01057E-10CB-C427-69E5-CC68EB89F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23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40CBCA3-54CC-E5AA-C4C3-30AE827197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47093E-FD6C-F092-89CC-B3FEB12F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EAAA32-1443-82A5-F8F2-6D74B4492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E3AAF-9F54-41F2-9F7A-C52F427F60F2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856499-BB59-4AB0-B716-8BCF7510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267E76-CB45-0495-9D7F-CBDA6467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596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595C5-8274-7843-BF43-B5BAF71F8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FAD61F-D4C5-47CD-551D-93052E754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5E2F80-4581-D436-15B3-F9CADE652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E3AAF-9F54-41F2-9F7A-C52F427F60F2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4D5539-80E7-6A83-D9A8-304CEBEBC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A6AC1A-8580-F4CE-B69A-EDEA8671C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E80F8-49EE-413B-87ED-C82AB05A16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39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EE7BB6-44DB-2ED8-6A73-12EF278FA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146"/>
            <a:ext cx="10515600" cy="672858"/>
          </a:xfrm>
        </p:spPr>
        <p:txBody>
          <a:bodyPr>
            <a:normAutofit/>
          </a:bodyPr>
          <a:lstStyle/>
          <a:p>
            <a:pPr algn="ctr"/>
            <a:r>
              <a:rPr lang="ru-RU" sz="4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49189C-CF84-65C6-0FD7-B33545F9F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458" y="923026"/>
            <a:ext cx="9839083" cy="582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5726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140</Words>
  <Application>Microsoft Office PowerPoint</Application>
  <PresentationFormat>Широкоэкранный</PresentationFormat>
  <Paragraphs>13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Диаграмма классов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Власов</dc:creator>
  <cp:lastModifiedBy>Александр Власов</cp:lastModifiedBy>
  <cp:revision>2</cp:revision>
  <dcterms:created xsi:type="dcterms:W3CDTF">2025-05-26T16:17:41Z</dcterms:created>
  <dcterms:modified xsi:type="dcterms:W3CDTF">2025-05-26T16:47:30Z</dcterms:modified>
</cp:coreProperties>
</file>