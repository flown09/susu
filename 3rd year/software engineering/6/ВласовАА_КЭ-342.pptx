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2" autoAdjust="0"/>
  </p:normalViewPr>
  <p:slideViewPr>
    <p:cSldViewPr snapToGrid="0">
      <p:cViewPr varScale="1">
        <p:scale>
          <a:sx n="95" d="100"/>
          <a:sy n="95" d="100"/>
        </p:scale>
        <p:origin x="10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BE93B-5000-454B-BCA1-95C30D9972F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D928C-4507-40D6-8D4B-99965F71C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4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представлена диаграмма деятельности для варианта использования «Отправка сообщения».</a:t>
            </a:r>
            <a:br>
              <a:rPr lang="ru-RU" dirty="0"/>
            </a:br>
            <a:r>
              <a:rPr lang="ru-RU" dirty="0"/>
              <a:t>Пользователь вводит текст и нажимает кнопку отправки.</a:t>
            </a:r>
            <a:br>
              <a:rPr lang="ru-RU" dirty="0"/>
            </a:br>
            <a:r>
              <a:rPr lang="ru-RU" dirty="0"/>
              <a:t>Далее, интерфейс вызывает контроллер, который создаёт объект сообщения и сохраняет его.</a:t>
            </a:r>
          </a:p>
          <a:p>
            <a:r>
              <a:rPr lang="ru-RU" dirty="0"/>
              <a:t>Интерфейс отправителя обновляется.</a:t>
            </a:r>
            <a:br>
              <a:rPr lang="ru-RU" dirty="0"/>
            </a:br>
            <a:r>
              <a:rPr lang="ru-RU" dirty="0"/>
              <a:t>После этого система доставляет сообщение получателю.</a:t>
            </a:r>
            <a:br>
              <a:rPr lang="ru-RU" dirty="0"/>
            </a:br>
            <a:r>
              <a:rPr lang="ru-RU" dirty="0"/>
              <a:t>Если включены уведомления, отправляется уведомление о новом сообщении.</a:t>
            </a:r>
            <a:br>
              <a:rPr lang="ru-RU" dirty="0"/>
            </a:br>
            <a:r>
              <a:rPr lang="ru-RU" dirty="0"/>
              <a:t>Диаграмма подчёркивает, как поток управления переходит между участниками и действиями.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D928C-4507-40D6-8D4B-99965F71CC2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991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изображена диаграмма последовательности для того же сценария — «Отправка сообщения».</a:t>
            </a:r>
            <a:br>
              <a:rPr lang="ru-RU" dirty="0"/>
            </a:br>
            <a:r>
              <a:rPr lang="ru-RU" dirty="0"/>
              <a:t>Участвуют следующие участники: пользователь, интерфейс чата, контроллер сообщений, сущности сообщения и получателя, а также объект уведомления.</a:t>
            </a:r>
            <a:br>
              <a:rPr lang="ru-RU" dirty="0"/>
            </a:br>
            <a:r>
              <a:rPr lang="ru-RU" dirty="0"/>
              <a:t>Пользователь инициирует отправку, интерфейс передаёт данные контроллеру, который создаёт объект сообщения, сохраняет его и обновляет интерфейс отправителя.</a:t>
            </a:r>
            <a:br>
              <a:rPr lang="ru-RU" dirty="0"/>
            </a:br>
            <a:r>
              <a:rPr lang="ru-RU" dirty="0"/>
              <a:t>Затем сообщение доставляется получателю, и при необходимости — формируется и отправляется уведомление.</a:t>
            </a:r>
            <a:br>
              <a:rPr lang="ru-RU" dirty="0"/>
            </a:br>
            <a:r>
              <a:rPr lang="ru-RU" dirty="0"/>
              <a:t>Диаграмма акцентирует внимание на порядке вызова методов и взаимодействии между объектами.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D928C-4507-40D6-8D4B-99965F71CC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88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D7A7E-4D29-621B-003C-DE15DD12E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2B5959-C77B-E8BF-B969-1EBA27619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0106F-E43E-0A20-C058-A647733A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8E7CF-725F-C092-692B-60A71338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F3DB9-D01F-7BB5-8102-5FD6ED2E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61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86C5A-38A5-0198-392A-A1578C7A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EBD40-75F0-AFBE-495C-BAEDED79B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FB27E-5C4B-8A18-5E5C-997709C9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1BF3D7-8442-5780-EF6F-FC347E91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B6276-EDEC-D295-43F9-DF5C8AEE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1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3B0F-B192-7F26-4259-EFF77D03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88A6EC-BA2B-6830-A985-B879B9CA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8D200B-1518-3F82-0ED3-3517D7D1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22C9BC-C85E-29D3-6A1D-70B5E60F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5AEC0E-AFF4-D47C-3D26-64E1C897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75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4F8D4-10ED-C24D-F175-16539350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2CAF2A-500A-1446-9A8A-D80A00D7C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2BE1A2-4545-1DF8-E7E7-C12E91C40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44461C-54C1-CE44-76A2-C9F29AF4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4BD2E8-3794-94C2-2DDD-BABDD763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ED2478-2C03-732D-4081-BC03D949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33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3457A-117A-C183-6A39-05827562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3D6B49-42B0-A425-129E-601D70C6B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D2FA8E-6275-E450-B83A-CF2931BF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46488C-5B6C-7FD3-18DE-9FA390FF4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92F4DE-8C0B-8B87-3DF6-F7EB895DA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ED09FD-B66E-CD82-0630-F8082651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EFC104-5E15-AB1E-F1B9-A09B9E6B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F16FDA-EACC-0E85-1E7D-C4857361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49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33396-DA61-B8D4-539A-73593EB6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15CBAA-DD5F-BD14-61A2-D5D369EC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7A6C66-446E-1CAA-F8F1-2CAB106D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800835-8D85-A21E-9A9E-887F7190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59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FA8129-A831-8614-34B8-6CF567CC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1BA9A5-BCE0-080F-ADE6-E6EB0DA0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F1C08C-E0D8-51C6-68D1-A68B4A8B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15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CBFD0-F4FE-2F61-BE64-81EC844C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204F24-2EDB-5592-AEDB-D22580E8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DAD106-BAA5-D164-6B71-2075C6319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F99BB0-D756-098D-6D7B-3C3AF7A6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13EDED-23DE-FFB9-933B-F3E6A2CC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2C20D1-F6EC-0671-0507-D2D31FB0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07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CCB27-AE87-DCAE-73BB-CE751DCC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D753A7-9B1E-97A1-CFD6-6F9C6FD0A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DF052D-C60F-A06C-A579-C6EA3AE2A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882BC6-AB7B-9B6D-587B-72827016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261DA7-93ED-2711-CB32-F373FDA1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8E07F-D504-F497-AE45-41DBD858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6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F5000-4B63-70DD-BFF1-7CC47E65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673343-2340-2FF1-2692-8C49D9D91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AE5C6-7BFA-15EC-C39C-6790AE55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30777-FF29-09F3-1434-6101438D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278CAF-F50E-2966-2F17-885FC8CE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07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581069-A5E6-6238-901A-5C2168913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676930-F77E-7437-C6F4-E6C5139A0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B95715-2F1F-D413-0F5B-C07D3591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5FE0D-380D-4282-FCE9-84350DD8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792A5E-4E1A-43B8-73F9-A0346F5C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32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7C649-FB9D-C37D-18B1-608C6C82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A84D93-5F8D-B867-D7D4-D87D9D00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034ADF-5A56-BA04-CC1B-5E9D8565B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7B108-30B7-4F3B-88C8-110228178415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F7290F-7CF9-AF77-9A07-0BF255478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D887E0-471D-4A25-3D10-0442723B4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48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D95-6DF3-70CC-901F-96BC4E00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619"/>
            <a:ext cx="10515600" cy="65279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A6AE6D-27F2-04BC-1BAA-D8F7164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70" y="811410"/>
            <a:ext cx="11099057" cy="588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8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CE510-1EBA-4502-5A85-15454323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16"/>
            <a:ext cx="10515600" cy="77033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00E686-A9D4-4ADD-5E71-8405CA00F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96" y="981354"/>
            <a:ext cx="10035007" cy="57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61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167</Words>
  <Application>Microsoft Office PowerPoint</Application>
  <PresentationFormat>Широкоэкранный</PresentationFormat>
  <Paragraphs>7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Диаграмма деятельности</vt:lpstr>
      <vt:lpstr>Диаграмма последовательности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1</cp:revision>
  <dcterms:created xsi:type="dcterms:W3CDTF">2025-06-01T12:18:39Z</dcterms:created>
  <dcterms:modified xsi:type="dcterms:W3CDTF">2025-06-01T12:46:36Z</dcterms:modified>
</cp:coreProperties>
</file>