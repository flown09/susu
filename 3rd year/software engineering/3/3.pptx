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425" autoAdjust="0"/>
  </p:normalViewPr>
  <p:slideViewPr>
    <p:cSldViewPr snapToGrid="0">
      <p:cViewPr varScale="1">
        <p:scale>
          <a:sx n="86" d="100"/>
          <a:sy n="86" d="100"/>
        </p:scale>
        <p:origin x="13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10AE2-856A-4820-9984-82902F37EC28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CB95E-64F4-406E-89CE-1644ECA6B6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16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На данном слайде представлена диаграмма вариантов использования мессенджера. В ней выделены основные функциональные возможности, доступные пользователям.</a:t>
            </a:r>
          </a:p>
          <a:p>
            <a:pPr>
              <a:buNone/>
            </a:pPr>
            <a:r>
              <a:rPr lang="ru-RU" dirty="0"/>
              <a:t>На диаграмме представлены 2 актера: Пользователь и </a:t>
            </a:r>
            <a:r>
              <a:rPr lang="en-US" dirty="0"/>
              <a:t>Time</a:t>
            </a:r>
            <a:r>
              <a:rPr lang="ru-RU" dirty="0"/>
              <a:t>(время).</a:t>
            </a:r>
            <a:endParaRPr lang="en-US" dirty="0"/>
          </a:p>
          <a:p>
            <a:pPr>
              <a:buNone/>
            </a:pPr>
            <a:r>
              <a:rPr lang="ru-RU" dirty="0"/>
              <a:t>Пользователь мессенджера может: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1. </a:t>
            </a:r>
            <a:r>
              <a:rPr lang="ru-RU" dirty="0"/>
              <a:t>Добавлять других пользователей в друзья.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2. </a:t>
            </a:r>
            <a:r>
              <a:rPr lang="ru-RU" dirty="0"/>
              <a:t>Создавать групповые чаты, добавлять друзей</a:t>
            </a:r>
            <a:r>
              <a:rPr lang="en-US" dirty="0"/>
              <a:t> </a:t>
            </a:r>
            <a:r>
              <a:rPr lang="ru-RU" dirty="0"/>
              <a:t>в чат и удалять из него.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3. </a:t>
            </a:r>
            <a:r>
              <a:rPr lang="ru-RU" dirty="0"/>
              <a:t>Отправлять и получать сообщения.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4. </a:t>
            </a:r>
            <a:r>
              <a:rPr lang="ru-RU" dirty="0"/>
              <a:t>Расширять отправку сообщений, прикрепляя файлы, фото и </a:t>
            </a:r>
            <a:r>
              <a:rPr lang="ru-RU"/>
              <a:t>видео.</a:t>
            </a:r>
            <a:endParaRPr lang="ru-RU" dirty="0"/>
          </a:p>
          <a:p>
            <a:pPr>
              <a:buNone/>
            </a:pPr>
            <a:r>
              <a:rPr lang="ru-RU" dirty="0"/>
              <a:t>Актер </a:t>
            </a:r>
            <a:r>
              <a:rPr lang="en-US" dirty="0"/>
              <a:t>Time </a:t>
            </a:r>
            <a:r>
              <a:rPr lang="ru-RU" dirty="0"/>
              <a:t>автоматически отправляет уведомления о дне рождения друга.</a:t>
            </a:r>
          </a:p>
          <a:p>
            <a:r>
              <a:rPr lang="ru-RU" dirty="0"/>
              <a:t>Таким образом, диаграмма помогает визуализировать основные возможности мессенджера и их взаимосвязи.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CB95E-64F4-406E-89CE-1644ECA6B69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250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A9C4C-8B2A-28CF-3118-94E07EF32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2C7BAE-BEC8-1947-8E4A-C2D5B072B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FD4081-059D-239C-DA74-29B83B1E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BEACC2-FA0A-F251-3B2A-ABBADF09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674383-0EBD-9761-769E-5B6C8B37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398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2844B-10DA-5851-7FCB-F29F6B73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E12F57-A934-DF62-AB54-3E0BB306F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7DBE18-2A59-780F-1DDF-1C3E903E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B6BD97-37A3-6F88-018E-47EB2FC1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DB6595-F0C2-95C2-E9C2-144EAB54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57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64159-FD0A-42F8-CBAA-AC9B239F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BFE667-D445-0E55-4C16-B285F2B26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DD58F8-53FA-3B4B-95FE-96B0E53B2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FFE05A-8B6C-CEC2-BBA6-6D2D7C58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4316B-5782-00E1-2FD1-E52F9B9C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73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6AD15-FCF0-2946-362B-80A695C4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79A291-9300-EC1C-B03B-B6CC97C6A2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F90EB20-3639-17E9-ECBB-20BBC7EC6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2D1EBE-7555-88F0-D010-95BD8BF6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50359D-BFED-C743-6C32-ED9CCA9E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9EFE8C-C9B5-8BC0-95D6-F14276E9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72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8374C-5717-AEFF-FA7E-44C77A52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8644BB-63CE-7EA0-C6B0-9D76EB27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E59FBF-F33A-04CE-9583-64749BFF7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6C865F4-C44E-866E-BA79-52174C8DB2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AABD441-8E38-12D4-D194-B98A6A636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80287B9-4EB6-9B2E-B008-7BEA7839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A47B52-8F11-2200-E729-4F458B2D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06262E-A88F-CDAB-4928-0A242EEF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45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7B39D8-414D-44CB-BA86-97BE8C57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157B700-8EEA-E1A4-6ECA-55EA50AC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E159EF-9109-1D66-3AAB-34FE766E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ECFA91-8F2E-015A-FFEC-B8BD6280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32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182FF7-603D-2B15-AB4A-0EFE66A9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BA6FFA-2340-4B1A-F419-AA3050EC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EFAFE0-6D44-4347-D43E-5F7569AB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312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34A106-9581-732B-3296-83A0C6999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2C1F1E-0AB5-71AC-0D91-F41276CCA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88A6F4-EF1D-26E4-CBB0-94E90BC04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1FABF4-0926-0BBF-1A99-F5376A8F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5EC00F-E6B0-59E9-BA19-ED173158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EC3AD0-731C-14B2-6899-0E356F4D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625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9153E-AC08-309F-64F6-F5C294649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BFB65E-2199-3210-50BA-74119973F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C90706-CA25-02F2-19DD-F1953D7FA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C7CF3D-CB76-43A6-EC92-F802FCDC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F31F73-44BE-91FB-710C-8C007AF3A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3AE5F7-19FF-4B5D-4C44-96D111EA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38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C8DEF-BB37-3B27-7AFC-ABD8ED21B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5E2369-CFCD-104A-318A-977895375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01BA56-D889-8FA1-ADBA-893C7608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FFCD28-A6D5-1C37-F53B-B9F234DE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6A5B26-4584-B74A-8B75-C68C8DA9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72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0DB548-0BC9-834F-46A0-E07EAA1EE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ECD5B9-4B5C-2350-0775-B0DE8C867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DE46AF-CAC6-99F7-C1C8-5256A287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34393B-6C6F-8E19-17FC-4B6D5F9DB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A30FAD-740C-8303-6DA0-17CE45209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51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774D26-7094-AEF3-D0DE-D192CB31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9BEECE-1E16-87B3-3C32-3CBF9D78D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B8157E-81E1-8339-2DD1-DBB687E64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E9ACA-6314-4049-AE3C-E593F9187EE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F7B9A3-7B05-1E46-5C77-4EC20935D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564BD8-35F5-F6CC-F0C9-EDE108C68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F9914-0B04-4655-883D-88C903E1DE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80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29F1B-B111-BBE7-FAA5-A4EDA36FE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210"/>
            <a:ext cx="10515600" cy="829139"/>
          </a:xfrm>
        </p:spPr>
        <p:txBody>
          <a:bodyPr>
            <a:normAutofit/>
          </a:bodyPr>
          <a:lstStyle/>
          <a:p>
            <a:pPr algn="ctr"/>
            <a: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CF3F5A-670C-4209-F626-2CDC00695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89" y="918349"/>
            <a:ext cx="10412822" cy="585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15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105</Words>
  <Application>Microsoft Office PowerPoint</Application>
  <PresentationFormat>Широкоэкранный</PresentationFormat>
  <Paragraphs>11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Диаграмма вариантов использования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Власов</dc:creator>
  <cp:lastModifiedBy>Александр Власов</cp:lastModifiedBy>
  <cp:revision>4</cp:revision>
  <dcterms:created xsi:type="dcterms:W3CDTF">2025-03-31T16:20:23Z</dcterms:created>
  <dcterms:modified xsi:type="dcterms:W3CDTF">2025-06-01T17:52:55Z</dcterms:modified>
</cp:coreProperties>
</file>